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Issue Insights — DEC2025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by GenSight-Issue-Insight-Automator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Status: {'Closed': 77}</a:t>
            </a:r>
          </a:p>
          <a:p>
            <a:pPr/>
            <a:r>
              <a:t>Issue Types: {'Endpoint': 29, 'Citrix': 18, 'Other': 15, 'Access/Password': 8, 'MFA': 5, 'Network/VPN': 2}</a:t>
            </a:r>
          </a:p>
          <a:p>
            <a:pPr/>
            <a:r>
              <a:t>Top Engineers: [('Sanjay', 77)]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distribution DEC2025</a:t>
            </a:r>
          </a:p>
        </p:txBody>
      </p:sp>
      <p:pic>
        <p:nvPicPr>
          <p:cNvPr id="3" name="Picture 2" descr="issue_distribution_DEC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 workload DEC2025</a:t>
            </a:r>
          </a:p>
        </p:txBody>
      </p:sp>
      <p:pic>
        <p:nvPicPr>
          <p:cNvPr id="3" name="Picture 2" descr="engineer_workload_DEC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trend DEC2025</a:t>
            </a:r>
          </a:p>
        </p:txBody>
      </p:sp>
      <p:pic>
        <p:nvPicPr>
          <p:cNvPr id="3" name="Picture 2" descr="daily_trend_DEC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