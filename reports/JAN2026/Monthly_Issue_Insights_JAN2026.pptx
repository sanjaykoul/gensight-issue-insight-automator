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Monthly Issue Insights — JAN2026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 by GenSight-Issue-Insight-Automator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Status: {'Closed': 77}</a:t>
            </a:r>
          </a:p>
          <a:p>
            <a:pPr/>
            <a:r>
              <a:t>Issue Types: {'Endpoint': 29, 'Citrix': 18, 'Other': 15, 'Access/Password': 8, 'MFA': 5, 'Network/VPN': 2}</a:t>
            </a:r>
          </a:p>
          <a:p>
            <a:pPr/>
            <a:r>
              <a:t>Top Engineers: [('Sanjay', 77)]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 distribution JAN2026</a:t>
            </a:r>
          </a:p>
        </p:txBody>
      </p:sp>
      <p:pic>
        <p:nvPicPr>
          <p:cNvPr id="3" name="Picture 2" descr="issue_distribution_JAN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 workload JAN2026</a:t>
            </a:r>
          </a:p>
        </p:txBody>
      </p:sp>
      <p:pic>
        <p:nvPicPr>
          <p:cNvPr id="3" name="Picture 2" descr="engineer_workload_JAN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trend JAN2026</a:t>
            </a:r>
          </a:p>
        </p:txBody>
      </p:sp>
      <p:pic>
        <p:nvPicPr>
          <p:cNvPr id="3" name="Picture 2" descr="daily_trend_JAN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